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오른쪽은 실제 화면: 쇼핑몰 홈에서 AI 챗이 규정 PDF를 근거로 답하고 출처를 붙인 장면.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화면 6장. 이후 쪽에서 각 기능이 어떻게 동작하는지 흐름도로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회사에 다니며 혼자 만든 개인 프로젝트. 화면·API·AI 모듈·데이터까지 전부 직접 구현. 벡터는 별도 벡터 DB 없이 PostgreSQL(pgvector)에 상품·주문과 함께 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색인: PDF→추출→청킹(LangChain RecursiveCharacterTextSplitter, 직접 만든 분할기에서 교체)→bge-m3→저장. 질문: 같은 모델로 임베딩→코사인 top-3(임계값 0.5)→근거 프롬프트→스트리밍.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검색은 0.1초대, 대부분의 시간은 생성. 그래서 출처를 먼저 보내고 토큰을 스트리밍해 기다림을 줄였다.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기반 라우터 + 컨텍스트 조립 + 생성 후 검증. 다음 단계는 이 분기를 도구 호출(tool-calling) 에이전트로 바꾸는 것(마지막 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구매 이력 → 태그 빈도·가격대·주기·재구매 → 매칭 점수 → LLM이 "요가매트를 두 번 구매하셨고…"처럼 근거를 들어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 ViT-B/32. 색인 때 대표 이미지 임베딩 저장, 검색 때 같은 인코더로 질의 사진만 임베딩 → RPC로 코사인 유사도 ≥0.3, top-5.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스키마 출력 + 코드 펜스·제어문자 제거 후 파싱 + 번호→실상품 매핑. 처음엔 관계/관심사→카테고리 규칙표였으나 조합을 못 잡아 의미 기반 검색으로 교체(2025-12).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단계(임계값), 프롬프트 단계(범위·거절 문구), 코드 단계(ID 매핑·사후 필터). 프롬프트로 부탁하는 것과 코드로 강제하는 것을 구분.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문서 Hit@k, 핵심 사실 포함 여부, 문서 밖 질문 거절률을 자동 채점. 평가셋이 작고 쉬운 편이라 문서를 늘린 평가가 다음 과제.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개인화 3회 중 3회 카탈로그에 없는 상품 생성(키워드 0/3). 쇼핑 챗 기본 경로 8,879 토큰으로 4,096 창 초과 — Ollama 로그로 잘림 확인. 각각 원인과 해결 설계.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지원 직무(RAG 에이전트)와 연결. 파란 테두리 도구 4개는 이미 구현된 함수, 점선은 새로 만들 도구.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01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02_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03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04_rag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05_rag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06_rou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07_pers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08_v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09_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10_gu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11_e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12_fin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unj\OneDrive\문서\GitHub\ShoppingMall\portfolio\.build\slides\13_n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AI쇼핑몰_RAG_LLM_포트폴리오</dc:title>
  <dc:subject>PptxGenJS Presentation</dc:subject>
  <dc:creator>최원준</dc:creator>
  <cp:lastModifiedBy>최원준</cp:lastModifiedBy>
  <cp:revision>1</cp:revision>
  <dcterms:created xsi:type="dcterms:W3CDTF">2026-10-23T06:41:36Z</dcterms:created>
  <dcterms:modified xsi:type="dcterms:W3CDTF">2026-10-23T06:41:36Z</dcterms:modified>
</cp:coreProperties>
</file>